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4"/>
  </p:sldMasterIdLst>
  <p:notesMasterIdLst>
    <p:notesMasterId r:id="rId21"/>
  </p:notesMasterIdLst>
  <p:sldIdLst>
    <p:sldId id="256" r:id="rId5"/>
    <p:sldId id="257" r:id="rId6"/>
    <p:sldId id="265" r:id="rId7"/>
    <p:sldId id="263" r:id="rId8"/>
    <p:sldId id="260" r:id="rId9"/>
    <p:sldId id="261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0B4A14-7F6D-4728-80C5-61C7FF281B6F}">
          <p14:sldIdLst>
            <p14:sldId id="256"/>
            <p14:sldId id="257"/>
            <p14:sldId id="265"/>
            <p14:sldId id="263"/>
            <p14:sldId id="260"/>
            <p14:sldId id="261"/>
            <p14:sldId id="262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1C74"/>
    <a:srgbClr val="6A2C91"/>
    <a:srgbClr val="E2068C"/>
    <a:srgbClr val="FFFFFF"/>
    <a:srgbClr val="7FCC27"/>
    <a:srgbClr val="231F20"/>
    <a:srgbClr val="151628"/>
    <a:srgbClr val="5C2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114B2D-6E35-4402-B75B-DCAD7BBF03DA}" v="16" dt="2019-12-13T22:37:27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6966" autoAdjust="0"/>
  </p:normalViewPr>
  <p:slideViewPr>
    <p:cSldViewPr snapToGrid="0">
      <p:cViewPr varScale="1">
        <p:scale>
          <a:sx n="85" d="100"/>
          <a:sy n="85" d="100"/>
        </p:scale>
        <p:origin x="15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th Massi" userId="bd08b5aa-02b2-43fc-b15c-eeea7517ad71" providerId="ADAL" clId="{78114B2D-6E35-4402-B75B-DCAD7BBF03DA}"/>
    <pc:docChg chg="custSel modMainMaster">
      <pc:chgData name="Beth Massi" userId="bd08b5aa-02b2-43fc-b15c-eeea7517ad71" providerId="ADAL" clId="{78114B2D-6E35-4402-B75B-DCAD7BBF03DA}" dt="2019-12-13T22:37:55.229" v="33" actId="14100"/>
      <pc:docMkLst>
        <pc:docMk/>
      </pc:docMkLst>
      <pc:sldMasterChg chg="modSldLayout">
        <pc:chgData name="Beth Massi" userId="bd08b5aa-02b2-43fc-b15c-eeea7517ad71" providerId="ADAL" clId="{78114B2D-6E35-4402-B75B-DCAD7BBF03DA}" dt="2019-12-13T22:37:55.229" v="33" actId="14100"/>
        <pc:sldMasterMkLst>
          <pc:docMk/>
          <pc:sldMasterMk cId="3593001564" sldId="2147483715"/>
        </pc:sldMasterMkLst>
        <pc:sldLayoutChg chg="addSp delSp modSp mod">
          <pc:chgData name="Beth Massi" userId="bd08b5aa-02b2-43fc-b15c-eeea7517ad71" providerId="ADAL" clId="{78114B2D-6E35-4402-B75B-DCAD7BBF03DA}" dt="2019-12-13T22:30:54.903" v="7" actId="167"/>
          <pc:sldLayoutMkLst>
            <pc:docMk/>
            <pc:sldMasterMk cId="3593001564" sldId="2147483715"/>
            <pc:sldLayoutMk cId="662093450" sldId="2147483716"/>
          </pc:sldLayoutMkLst>
          <pc:spChg chg="mod">
            <ac:chgData name="Beth Massi" userId="bd08b5aa-02b2-43fc-b15c-eeea7517ad71" providerId="ADAL" clId="{78114B2D-6E35-4402-B75B-DCAD7BBF03DA}" dt="2019-12-13T22:30:02.006" v="5" actId="20577"/>
            <ac:spMkLst>
              <pc:docMk/>
              <pc:sldMasterMk cId="3593001564" sldId="2147483715"/>
              <pc:sldLayoutMk cId="662093450" sldId="2147483716"/>
              <ac:spMk id="2" creationId="{6E3E4BBD-D484-4B33-8113-1E7DD1741B22}"/>
            </ac:spMkLst>
          </pc:spChg>
          <pc:picChg chg="del">
            <ac:chgData name="Beth Massi" userId="bd08b5aa-02b2-43fc-b15c-eeea7517ad71" providerId="ADAL" clId="{78114B2D-6E35-4402-B75B-DCAD7BBF03DA}" dt="2019-12-13T22:29:56.804" v="0" actId="478"/>
            <ac:picMkLst>
              <pc:docMk/>
              <pc:sldMasterMk cId="3593001564" sldId="2147483715"/>
              <pc:sldLayoutMk cId="662093450" sldId="2147483716"/>
              <ac:picMk id="4" creationId="{7EC29070-1FD3-47A5-811F-38481046D8D9}"/>
            </ac:picMkLst>
          </pc:picChg>
          <pc:picChg chg="add mod ord">
            <ac:chgData name="Beth Massi" userId="bd08b5aa-02b2-43fc-b15c-eeea7517ad71" providerId="ADAL" clId="{78114B2D-6E35-4402-B75B-DCAD7BBF03DA}" dt="2019-12-13T22:30:54.903" v="7" actId="167"/>
            <ac:picMkLst>
              <pc:docMk/>
              <pc:sldMasterMk cId="3593001564" sldId="2147483715"/>
              <pc:sldLayoutMk cId="662093450" sldId="2147483716"/>
              <ac:picMk id="5" creationId="{88776052-BB1A-4D55-BE82-5990609C6676}"/>
            </ac:picMkLst>
          </pc:picChg>
        </pc:sldLayoutChg>
        <pc:sldLayoutChg chg="addSp modSp mod">
          <pc:chgData name="Beth Massi" userId="bd08b5aa-02b2-43fc-b15c-eeea7517ad71" providerId="ADAL" clId="{78114B2D-6E35-4402-B75B-DCAD7BBF03DA}" dt="2019-12-13T22:37:55.229" v="33" actId="14100"/>
          <pc:sldLayoutMkLst>
            <pc:docMk/>
            <pc:sldMasterMk cId="3593001564" sldId="2147483715"/>
            <pc:sldLayoutMk cId="2853996036" sldId="2147483717"/>
          </pc:sldLayoutMkLst>
          <pc:spChg chg="mod">
            <ac:chgData name="Beth Massi" userId="bd08b5aa-02b2-43fc-b15c-eeea7517ad71" providerId="ADAL" clId="{78114B2D-6E35-4402-B75B-DCAD7BBF03DA}" dt="2019-12-13T22:37:55.229" v="33" actId="14100"/>
            <ac:spMkLst>
              <pc:docMk/>
              <pc:sldMasterMk cId="3593001564" sldId="2147483715"/>
              <pc:sldLayoutMk cId="2853996036" sldId="2147483717"/>
              <ac:spMk id="14" creationId="{00000000-0000-0000-0000-000000000000}"/>
            </ac:spMkLst>
          </pc:spChg>
          <pc:spChg chg="mod">
            <ac:chgData name="Beth Massi" userId="bd08b5aa-02b2-43fc-b15c-eeea7517ad71" providerId="ADAL" clId="{78114B2D-6E35-4402-B75B-DCAD7BBF03DA}" dt="2019-12-13T22:35:10.811" v="18" actId="207"/>
            <ac:spMkLst>
              <pc:docMk/>
              <pc:sldMasterMk cId="3593001564" sldId="2147483715"/>
              <pc:sldLayoutMk cId="2853996036" sldId="2147483717"/>
              <ac:spMk id="18" creationId="{00414B93-1C7A-463B-94D3-C75120E48B38}"/>
            </ac:spMkLst>
          </pc:spChg>
          <pc:picChg chg="add mod">
            <ac:chgData name="Beth Massi" userId="bd08b5aa-02b2-43fc-b15c-eeea7517ad71" providerId="ADAL" clId="{78114B2D-6E35-4402-B75B-DCAD7BBF03DA}" dt="2019-12-13T22:37:44.091" v="32" actId="1076"/>
            <ac:picMkLst>
              <pc:docMk/>
              <pc:sldMasterMk cId="3593001564" sldId="2147483715"/>
              <pc:sldLayoutMk cId="2853996036" sldId="2147483717"/>
              <ac:picMk id="3" creationId="{764DA5CA-F8A0-4AC7-8122-7D6A39C60AAE}"/>
            </ac:picMkLst>
          </pc:picChg>
        </pc:sldLayoutChg>
        <pc:sldLayoutChg chg="setBg">
          <pc:chgData name="Beth Massi" userId="bd08b5aa-02b2-43fc-b15c-eeea7517ad71" providerId="ADAL" clId="{78114B2D-6E35-4402-B75B-DCAD7BBF03DA}" dt="2019-12-13T22:36:32.523" v="27"/>
          <pc:sldLayoutMkLst>
            <pc:docMk/>
            <pc:sldMasterMk cId="3593001564" sldId="2147483715"/>
            <pc:sldLayoutMk cId="1926334072" sldId="2147483726"/>
          </pc:sldLayoutMkLst>
        </pc:sldLayoutChg>
        <pc:sldLayoutChg chg="modSp mod setBg">
          <pc:chgData name="Beth Massi" userId="bd08b5aa-02b2-43fc-b15c-eeea7517ad71" providerId="ADAL" clId="{78114B2D-6E35-4402-B75B-DCAD7BBF03DA}" dt="2019-12-13T22:36:13.131" v="26" actId="1076"/>
          <pc:sldLayoutMkLst>
            <pc:docMk/>
            <pc:sldMasterMk cId="3593001564" sldId="2147483715"/>
            <pc:sldLayoutMk cId="408960744" sldId="2147483728"/>
          </pc:sldLayoutMkLst>
          <pc:spChg chg="mod ord">
            <ac:chgData name="Beth Massi" userId="bd08b5aa-02b2-43fc-b15c-eeea7517ad71" providerId="ADAL" clId="{78114B2D-6E35-4402-B75B-DCAD7BBF03DA}" dt="2019-12-13T22:36:11.667" v="25" actId="167"/>
            <ac:spMkLst>
              <pc:docMk/>
              <pc:sldMasterMk cId="3593001564" sldId="2147483715"/>
              <pc:sldLayoutMk cId="408960744" sldId="2147483728"/>
              <ac:spMk id="8" creationId="{00000000-0000-0000-0000-000000000000}"/>
            </ac:spMkLst>
          </pc:spChg>
          <pc:picChg chg="mod ord">
            <ac:chgData name="Beth Massi" userId="bd08b5aa-02b2-43fc-b15c-eeea7517ad71" providerId="ADAL" clId="{78114B2D-6E35-4402-B75B-DCAD7BBF03DA}" dt="2019-12-13T22:36:13.131" v="26" actId="1076"/>
            <ac:picMkLst>
              <pc:docMk/>
              <pc:sldMasterMk cId="3593001564" sldId="2147483715"/>
              <pc:sldLayoutMk cId="408960744" sldId="2147483728"/>
              <ac:picMk id="2" creationId="{BB4BD62E-DE50-443B-986C-2AABE50DB88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438622-0837-4E9E-A16C-0B0206CE676E}" type="datetimeFigureOut">
              <a:rPr lang="en-US" smtClean="0"/>
              <a:t>1/13/2020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E778D-2A57-4226-B72B-26EA3CA601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55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505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88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047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936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41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868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844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30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3366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1977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6192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4792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873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E778D-2A57-4226-B72B-26EA3CA6013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290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4.sv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emf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lki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8776052-BB1A-4D55-BE82-5990609C66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8125"/>
            <a:ext cx="12192000" cy="6381750"/>
          </a:xfrm>
          <a:prstGeom prst="rect">
            <a:avLst/>
          </a:prstGeom>
        </p:spPr>
      </p:pic>
      <p:pic>
        <p:nvPicPr>
          <p:cNvPr id="19" name="Picture 18" hidden="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203" y="6119147"/>
            <a:ext cx="1253377" cy="26878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3E4BBD-D484-4B33-8113-1E7DD1741B22}"/>
              </a:ext>
            </a:extLst>
          </p:cNvPr>
          <p:cNvSpPr txBox="1"/>
          <p:nvPr userDrawn="1"/>
        </p:nvSpPr>
        <p:spPr>
          <a:xfrm>
            <a:off x="8229601" y="5855677"/>
            <a:ext cx="3217984" cy="627864"/>
          </a:xfrm>
          <a:prstGeom prst="rect">
            <a:avLst/>
          </a:prstGeom>
          <a:solidFill>
            <a:srgbClr val="E2068C"/>
          </a:solidFill>
        </p:spPr>
        <p:txBody>
          <a:bodyPr wrap="square" lIns="182880" tIns="146304" rIns="182880" bIns="146304" rtlCol="0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chemeClr val="bg1"/>
                </a:solidFill>
              </a:rPr>
              <a:t>focus.dotnetconf.net </a:t>
            </a:r>
          </a:p>
        </p:txBody>
      </p:sp>
    </p:spTree>
    <p:extLst>
      <p:ext uri="{BB962C8B-B14F-4D97-AF65-F5344CB8AC3E}">
        <p14:creationId xmlns:p14="http://schemas.microsoft.com/office/powerpoint/2010/main" val="6620934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279FFEB9-2BE6-4DB6-8DCA-DBA500633B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E39216E-F59B-4BC9-B7CE-10A9447E205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" y="0"/>
            <a:ext cx="12169140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00414B93-1C7A-463B-94D3-C75120E48B38}"/>
              </a:ext>
            </a:extLst>
          </p:cNvPr>
          <p:cNvSpPr/>
          <p:nvPr userDrawn="1"/>
        </p:nvSpPr>
        <p:spPr bwMode="auto">
          <a:xfrm>
            <a:off x="11430" y="1758462"/>
            <a:ext cx="12192000" cy="3446584"/>
          </a:xfrm>
          <a:prstGeom prst="rect">
            <a:avLst/>
          </a:prstGeom>
          <a:solidFill>
            <a:srgbClr val="511C7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6" name="Picture 15" hidden="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450203" y="6119147"/>
            <a:ext cx="1253377" cy="26878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0EDE7E98-2515-4CF5-A7F5-85F9915B5AC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49183" y="3714094"/>
            <a:ext cx="2168764" cy="2317429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543146" y="1925787"/>
            <a:ext cx="11062699" cy="1793090"/>
          </a:xfrm>
          <a:noFill/>
        </p:spPr>
        <p:txBody>
          <a:bodyPr lIns="146304" tIns="91440" rIns="146304" bIns="91440" anchor="t" anchorCtr="0"/>
          <a:lstStyle>
            <a:lvl1pPr>
              <a:defRPr sz="5294" spc="-98" baseline="0">
                <a:gradFill>
                  <a:gsLst>
                    <a:gs pos="100000">
                      <a:schemeClr val="tx2"/>
                    </a:gs>
                    <a:gs pos="0">
                      <a:schemeClr val="tx2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43147" y="3821145"/>
            <a:ext cx="9074088" cy="1165866"/>
          </a:xfrm>
          <a:noFill/>
        </p:spPr>
        <p:txBody>
          <a:bodyPr lIns="146304" tIns="109728" rIns="146304" bIns="109728">
            <a:noAutofit/>
          </a:bodyPr>
          <a:lstStyle>
            <a:lvl1pPr marL="0" indent="0">
              <a:spcBef>
                <a:spcPts val="0"/>
              </a:spcBef>
              <a:buNone/>
              <a:defRPr sz="3137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764DA5CA-F8A0-4AC7-8122-7D6A39C60AAE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857" y="3886202"/>
            <a:ext cx="7239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996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052030"/>
          </a:xfrm>
        </p:spPr>
        <p:txBody>
          <a:bodyPr>
            <a:spAutoFit/>
          </a:bodyPr>
          <a:lstStyle>
            <a:lvl1pPr>
              <a:defRPr sz="3921"/>
            </a:lvl1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2660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269241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6544214" y="1189175"/>
            <a:ext cx="5378548" cy="1877004"/>
          </a:xfrm>
        </p:spPr>
        <p:txBody>
          <a:bodyPr wrap="square">
            <a:sp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137"/>
            </a:lvl1pPr>
            <a:lvl2pPr marL="0" indent="0">
              <a:buNone/>
              <a:defRPr sz="1961"/>
            </a:lvl2pPr>
            <a:lvl3pPr marL="227209" indent="0">
              <a:buNone/>
              <a:tabLst/>
              <a:defRPr sz="1961"/>
            </a:lvl3pPr>
            <a:lvl4pPr marL="451306" indent="0">
              <a:buNone/>
              <a:defRPr/>
            </a:lvl4pPr>
            <a:lvl5pPr marL="672290" indent="0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7097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2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5E0A57BE-82BA-4DCD-B0B6-AC816A5C5D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" y="0"/>
            <a:ext cx="12169140" cy="6858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76"/>
          <a:stretch/>
        </p:blipFill>
        <p:spPr>
          <a:xfrm>
            <a:off x="0" y="798242"/>
            <a:ext cx="5872872" cy="5096933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0EF4A5C-345F-488C-AC5E-0AF3B8376036}"/>
              </a:ext>
            </a:extLst>
          </p:cNvPr>
          <p:cNvGrpSpPr/>
          <p:nvPr userDrawn="1"/>
        </p:nvGrpSpPr>
        <p:grpSpPr>
          <a:xfrm>
            <a:off x="3019127" y="448578"/>
            <a:ext cx="9646191" cy="6621296"/>
            <a:chOff x="3019127" y="448578"/>
            <a:chExt cx="9646191" cy="6621296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C8E3C5F-48E2-412C-A5AF-F85384D5EE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A9EAD12-9B65-48D0-91A3-85F3DD932746}"/>
                </a:ext>
              </a:extLst>
            </p:cNvPr>
            <p:cNvSpPr txBox="1"/>
            <p:nvPr userDrawn="1"/>
          </p:nvSpPr>
          <p:spPr>
            <a:xfrm>
              <a:off x="10792557" y="3506769"/>
              <a:ext cx="1872761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3600" dirty="0">
                  <a:solidFill>
                    <a:schemeClr val="tx2">
                      <a:alpha val="49000"/>
                    </a:schemeClr>
                  </a:solidFill>
                </a:rPr>
                <a:t>.NET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99952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85498" y="2881341"/>
            <a:ext cx="10010687" cy="101566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6000" spc="-98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</a:defRPr>
            </a:lvl1pPr>
          </a:lstStyle>
          <a:p>
            <a:r>
              <a:rPr lang="en-US" dirty="0"/>
              <a:t>Demo</a:t>
            </a:r>
          </a:p>
        </p:txBody>
      </p:sp>
      <p:sp>
        <p:nvSpPr>
          <p:cNvPr id="6" name="Rectangle 5"/>
          <p:cNvSpPr/>
          <p:nvPr/>
        </p:nvSpPr>
        <p:spPr bwMode="auto">
          <a:xfrm>
            <a:off x="880949" y="1070515"/>
            <a:ext cx="10415239" cy="4638908"/>
          </a:xfrm>
          <a:prstGeom prst="rect">
            <a:avLst/>
          </a:prstGeom>
          <a:noFill/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7550BA1-B17C-488A-B13B-EAE642576B33}"/>
              </a:ext>
            </a:extLst>
          </p:cNvPr>
          <p:cNvGrpSpPr/>
          <p:nvPr userDrawn="1"/>
        </p:nvGrpSpPr>
        <p:grpSpPr>
          <a:xfrm>
            <a:off x="2112911" y="118352"/>
            <a:ext cx="9646191" cy="6621296"/>
            <a:chOff x="3019127" y="448578"/>
            <a:chExt cx="9646191" cy="662129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6C5F131-CDD3-4833-8C45-E235D5E9F7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019127" y="448578"/>
              <a:ext cx="9172873" cy="662129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DBC19F9-263B-4FF9-BEAE-41F5BF5689F3}"/>
                </a:ext>
              </a:extLst>
            </p:cNvPr>
            <p:cNvSpPr txBox="1"/>
            <p:nvPr userDrawn="1"/>
          </p:nvSpPr>
          <p:spPr>
            <a:xfrm>
              <a:off x="10792557" y="3506769"/>
              <a:ext cx="1872761" cy="794064"/>
            </a:xfrm>
            <a:prstGeom prst="rect">
              <a:avLst/>
            </a:prstGeom>
            <a:noFill/>
          </p:spPr>
          <p:txBody>
            <a:bodyPr wrap="square" lIns="182880" tIns="146304" rIns="182880" bIns="146304" rtlCol="0">
              <a:spAutoFit/>
            </a:bodyPr>
            <a:lstStyle/>
            <a:p>
              <a:pPr>
                <a:lnSpc>
                  <a:spcPct val="90000"/>
                </a:lnSpc>
                <a:spcAft>
                  <a:spcPts val="600"/>
                </a:spcAft>
              </a:pPr>
              <a:r>
                <a:rPr lang="en-US" sz="3600" dirty="0">
                  <a:solidFill>
                    <a:schemeClr val="tx2">
                      <a:alpha val="49000"/>
                    </a:schemeClr>
                  </a:solidFill>
                </a:rPr>
                <a:t>.NET</a:t>
              </a:r>
            </a:p>
          </p:txBody>
        </p:sp>
      </p:grpSp>
      <p:pic>
        <p:nvPicPr>
          <p:cNvPr id="3" name="Graphic 2">
            <a:extLst>
              <a:ext uri="{FF2B5EF4-FFF2-40B4-BE49-F238E27FC236}">
                <a16:creationId xmlns:a16="http://schemas.microsoft.com/office/drawing/2014/main" id="{01202919-2AB2-4208-B4CC-1AAF68D6BF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" y="0"/>
            <a:ext cx="121691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53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Plai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344B1990-E922-475D-BDA2-9E23A047A1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" y="0"/>
            <a:ext cx="1216914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568047" y="2084172"/>
            <a:ext cx="11354714" cy="1158793"/>
          </a:xfrm>
          <a:noFill/>
        </p:spPr>
        <p:txBody>
          <a:bodyPr wrap="square" tIns="91440" bIns="91440" anchor="t" anchorCtr="0">
            <a:spAutoFit/>
          </a:bodyPr>
          <a:lstStyle>
            <a:lvl1pPr>
              <a:defRPr sz="7058" spc="-98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4FDA669-E474-4468-AC09-ED6F4A19D7A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09404" y="448578"/>
            <a:ext cx="9172873" cy="66212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4B34822-29D0-402A-B058-E76EB9B985CC}"/>
              </a:ext>
            </a:extLst>
          </p:cNvPr>
          <p:cNvSpPr txBox="1"/>
          <p:nvPr userDrawn="1"/>
        </p:nvSpPr>
        <p:spPr>
          <a:xfrm>
            <a:off x="10792557" y="3506769"/>
            <a:ext cx="1872761" cy="7940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F2F2F2">
                    <a:alpha val="49000"/>
                  </a:srgbClr>
                </a:solidFill>
                <a:effectLst/>
                <a:uLnTx/>
                <a:uFillTx/>
              </a:rPr>
              <a:t>.NET</a:t>
            </a:r>
          </a:p>
        </p:txBody>
      </p:sp>
    </p:spTree>
    <p:extLst>
      <p:ext uri="{BB962C8B-B14F-4D97-AF65-F5344CB8AC3E}">
        <p14:creationId xmlns:p14="http://schemas.microsoft.com/office/powerpoint/2010/main" val="95732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2961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2-color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985641"/>
          </a:xfrm>
        </p:spPr>
        <p:txBody>
          <a:bodyPr/>
          <a:lstStyle>
            <a:lvl1pPr marL="0" indent="0">
              <a:buNone/>
              <a:defRPr>
                <a:gradFill>
                  <a:gsLst>
                    <a:gs pos="1250">
                      <a:schemeClr val="tx2"/>
                    </a:gs>
                    <a:gs pos="99000">
                      <a:schemeClr val="tx2"/>
                    </a:gs>
                  </a:gsLst>
                  <a:lin ang="5400000" scaled="0"/>
                </a:gradFill>
              </a:defRPr>
            </a:lvl1pPr>
            <a:lvl2pPr marL="0" indent="0">
              <a:buFontTx/>
              <a:buNone/>
              <a:defRPr sz="1961"/>
            </a:lvl2pPr>
            <a:lvl3pPr marL="224097" indent="0">
              <a:buNone/>
              <a:defRPr/>
            </a:lvl3pPr>
            <a:lvl4pPr marL="448193" indent="0">
              <a:buNone/>
              <a:defRPr/>
            </a:lvl4pPr>
            <a:lvl5pPr marL="67229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6715219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Content Ti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78135" y="2082614"/>
            <a:ext cx="3927804" cy="3586208"/>
          </a:xfrm>
          <a:solidFill>
            <a:schemeClr val="accent2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920">
                <a:solidFill>
                  <a:schemeClr val="bg1"/>
                </a:solidFill>
              </a:defRPr>
            </a:lvl1pPr>
            <a:lvl2pPr marL="0" indent="0">
              <a:spcBef>
                <a:spcPts val="1059"/>
              </a:spcBef>
              <a:buNone/>
              <a:defRPr sz="1961">
                <a:solidFill>
                  <a:schemeClr val="bg1"/>
                </a:solidFill>
              </a:defRPr>
            </a:lvl2pPr>
            <a:lvl3pPr marL="227104" indent="0">
              <a:buNone/>
              <a:tabLst/>
              <a:defRPr sz="1961">
                <a:solidFill>
                  <a:schemeClr val="bg1"/>
                </a:solidFill>
              </a:defRPr>
            </a:lvl3pPr>
            <a:lvl4pPr marL="451097" indent="0">
              <a:buNone/>
              <a:defRPr>
                <a:solidFill>
                  <a:schemeClr val="bg1"/>
                </a:solidFill>
              </a:defRPr>
            </a:lvl4pPr>
            <a:lvl5pPr marL="671979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4158259" y="2082614"/>
            <a:ext cx="3927804" cy="3586208"/>
          </a:xfrm>
          <a:solidFill>
            <a:schemeClr val="accent3"/>
          </a:solidFill>
          <a:ln>
            <a:noFill/>
          </a:ln>
        </p:spPr>
        <p:txBody>
          <a:bodyPr wrap="square" tIns="146304" bIns="146304">
            <a:no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920">
                <a:solidFill>
                  <a:schemeClr val="bg1"/>
                </a:solidFill>
              </a:defRPr>
            </a:lvl1pPr>
            <a:lvl2pPr marL="0" indent="0">
              <a:spcBef>
                <a:spcPts val="1059"/>
              </a:spcBef>
              <a:buNone/>
              <a:defRPr sz="1961">
                <a:solidFill>
                  <a:schemeClr val="bg1"/>
                </a:solidFill>
              </a:defRPr>
            </a:lvl2pPr>
            <a:lvl3pPr marL="227104" indent="0">
              <a:buNone/>
              <a:tabLst/>
              <a:defRPr sz="1961">
                <a:solidFill>
                  <a:schemeClr val="bg1"/>
                </a:solidFill>
              </a:defRPr>
            </a:lvl3pPr>
            <a:lvl4pPr marL="451097" indent="0">
              <a:buNone/>
              <a:defRPr>
                <a:solidFill>
                  <a:schemeClr val="bg1"/>
                </a:solidFill>
              </a:defRPr>
            </a:lvl4pPr>
            <a:lvl5pPr marL="671979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138382" y="2082614"/>
            <a:ext cx="3875483" cy="3586208"/>
          </a:xfrm>
          <a:solidFill>
            <a:schemeClr val="accent1"/>
          </a:solidFill>
        </p:spPr>
        <p:txBody>
          <a:bodyPr wrap="square" tIns="146304" bIns="146304">
            <a:noAutofit/>
          </a:bodyPr>
          <a:lstStyle>
            <a:lvl1pPr marL="0" indent="0">
              <a:spcBef>
                <a:spcPts val="1200"/>
              </a:spcBef>
              <a:buClr>
                <a:schemeClr val="tx1"/>
              </a:buClr>
              <a:buFont typeface="Wingdings" pitchFamily="2" charset="2"/>
              <a:buNone/>
              <a:defRPr sz="3920">
                <a:solidFill>
                  <a:schemeClr val="bg1"/>
                </a:solidFill>
              </a:defRPr>
            </a:lvl1pPr>
            <a:lvl2pPr marL="0" indent="0">
              <a:spcBef>
                <a:spcPts val="1059"/>
              </a:spcBef>
              <a:buNone/>
              <a:defRPr sz="1961">
                <a:solidFill>
                  <a:schemeClr val="bg1"/>
                </a:solidFill>
              </a:defRPr>
            </a:lvl2pPr>
            <a:lvl3pPr marL="227104" indent="0">
              <a:buNone/>
              <a:tabLst/>
              <a:defRPr sz="1961">
                <a:solidFill>
                  <a:schemeClr val="bg1"/>
                </a:solidFill>
              </a:defRPr>
            </a:lvl3pPr>
            <a:lvl4pPr marL="451097" indent="0">
              <a:buNone/>
              <a:defRPr>
                <a:solidFill>
                  <a:schemeClr val="bg1"/>
                </a:solidFill>
              </a:defRPr>
            </a:lvl4pPr>
            <a:lvl5pPr marL="671979" indent="0"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34129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amp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94C3A-647A-4380-8F58-7DACBC37B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31ED1D-3304-42EE-8EF4-679A6BE4CBA5}"/>
              </a:ext>
            </a:extLst>
          </p:cNvPr>
          <p:cNvSpPr txBox="1"/>
          <p:nvPr userDrawn="1"/>
        </p:nvSpPr>
        <p:spPr>
          <a:xfrm>
            <a:off x="269240" y="1459523"/>
            <a:ext cx="11655840" cy="627864"/>
          </a:xfrm>
          <a:prstGeom prst="rect">
            <a:avLst/>
          </a:prstGeom>
          <a:noFill/>
        </p:spPr>
        <p:txBody>
          <a:bodyPr wrap="square" lIns="182880" tIns="146304" rIns="182880" bIns="146304" rtlCol="0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</a:rPr>
              <a:t>Code Sample</a:t>
            </a:r>
          </a:p>
        </p:txBody>
      </p:sp>
    </p:spTree>
    <p:extLst>
      <p:ext uri="{BB962C8B-B14F-4D97-AF65-F5344CB8AC3E}">
        <p14:creationId xmlns:p14="http://schemas.microsoft.com/office/powerpoint/2010/main" val="414964827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nnouncem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1624135" y="0"/>
            <a:ext cx="8943730" cy="6858000"/>
          </a:xfrm>
          <a:prstGeom prst="rect">
            <a:avLst/>
          </a:prstGeom>
          <a:solidFill>
            <a:schemeClr val="tx2">
              <a:lumMod val="60000"/>
              <a:lumOff val="40000"/>
              <a:alpha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B4BD62E-DE50-443B-986C-2AABE50DB8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691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6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63340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410028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40" y="289511"/>
            <a:ext cx="11655840" cy="899665"/>
          </a:xfrm>
          <a:prstGeom prst="rect">
            <a:avLst/>
          </a:prstGeom>
        </p:spPr>
        <p:txBody>
          <a:bodyPr vert="horz" wrap="square" lIns="146304" tIns="91440" rIns="146304" bIns="9144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69241" y="1189178"/>
            <a:ext cx="11653521" cy="2052030"/>
          </a:xfrm>
          <a:prstGeom prst="rect">
            <a:avLst/>
          </a:prstGeom>
        </p:spPr>
        <p:txBody>
          <a:bodyPr vert="horz" wrap="square" lIns="146304" tIns="91440" rIns="146304" bIns="91440" rtlCol="0">
            <a:sp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370906" y="-217"/>
            <a:ext cx="935477" cy="5654619"/>
            <a:chOff x="12618967" y="-221"/>
            <a:chExt cx="954235" cy="5767187"/>
          </a:xfrm>
        </p:grpSpPr>
        <p:grpSp>
          <p:nvGrpSpPr>
            <p:cNvPr id="18" name="Group 17"/>
            <p:cNvGrpSpPr/>
            <p:nvPr userDrawn="1"/>
          </p:nvGrpSpPr>
          <p:grpSpPr>
            <a:xfrm>
              <a:off x="12618967" y="-221"/>
              <a:ext cx="954235" cy="5767187"/>
              <a:chOff x="12618967" y="-221"/>
              <a:chExt cx="954235" cy="5767187"/>
            </a:xfrm>
          </p:grpSpPr>
          <p:grpSp>
            <p:nvGrpSpPr>
              <p:cNvPr id="26" name="Group 25"/>
              <p:cNvGrpSpPr/>
              <p:nvPr userDrawn="1"/>
            </p:nvGrpSpPr>
            <p:grpSpPr>
              <a:xfrm rot="5400000">
                <a:off x="11582059" y="1045293"/>
                <a:ext cx="2703052" cy="629236"/>
                <a:chOff x="1586734" y="4543426"/>
                <a:chExt cx="2703052" cy="629236"/>
              </a:xfrm>
            </p:grpSpPr>
            <p:sp>
              <p:nvSpPr>
                <p:cNvPr id="45" name="Rectangle 44"/>
                <p:cNvSpPr/>
                <p:nvPr userDrawn="1"/>
              </p:nvSpPr>
              <p:spPr bwMode="auto">
                <a:xfrm>
                  <a:off x="1586734" y="4543427"/>
                  <a:ext cx="869930" cy="289766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Blue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G:120 B:215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37" name="Rectangle 36"/>
                <p:cNvSpPr/>
                <p:nvPr userDrawn="1"/>
              </p:nvSpPr>
              <p:spPr bwMode="auto">
                <a:xfrm>
                  <a:off x="3419856" y="4543428"/>
                  <a:ext cx="869930" cy="289766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Cyan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7965">
                            <a:srgbClr val="000000"/>
                          </a:gs>
                          <a:gs pos="28319">
                            <a:srgbClr val="00000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0 G:188 B:242</a:t>
                  </a:r>
                  <a:endParaRPr lang="en-US" sz="490">
                    <a:gradFill>
                      <a:gsLst>
                        <a:gs pos="7965">
                          <a:srgbClr val="000000"/>
                        </a:gs>
                        <a:gs pos="28319">
                          <a:srgbClr val="00000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1" name="Rectangle 40"/>
                <p:cNvSpPr/>
                <p:nvPr userDrawn="1"/>
              </p:nvSpPr>
              <p:spPr bwMode="auto">
                <a:xfrm>
                  <a:off x="1586734" y="4882896"/>
                  <a:ext cx="869930" cy="289766"/>
                </a:xfrm>
                <a:prstGeom prst="rect">
                  <a:avLst/>
                </a:prstGeom>
                <a:solidFill>
                  <a:srgbClr val="D2D2D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Light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92035">
                            <a:srgbClr val="505050"/>
                          </a:gs>
                          <a:gs pos="27000">
                            <a:srgbClr val="505050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210 G:210 B:210</a:t>
                  </a:r>
                  <a:endParaRPr lang="en-US" sz="490">
                    <a:gradFill>
                      <a:gsLst>
                        <a:gs pos="92035">
                          <a:srgbClr val="505050"/>
                        </a:gs>
                        <a:gs pos="27000">
                          <a:srgbClr val="505050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2" name="Rectangle 41"/>
                <p:cNvSpPr/>
                <p:nvPr userDrawn="1"/>
              </p:nvSpPr>
              <p:spPr bwMode="auto">
                <a:xfrm>
                  <a:off x="2505456" y="4543426"/>
                  <a:ext cx="869930" cy="289766"/>
                </a:xfrm>
                <a:prstGeom prst="rect">
                  <a:avLst/>
                </a:prstGeom>
                <a:solidFill>
                  <a:srgbClr val="5C2D9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Purple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R:92</a:t>
                  </a:r>
                  <a:r>
                    <a:rPr lang="en-US" sz="49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G:45 B:145</a:t>
                  </a:r>
                  <a:endParaRPr lang="en-US" sz="490"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3" name="Rectangle 42"/>
                <p:cNvSpPr/>
                <p:nvPr userDrawn="1"/>
              </p:nvSpPr>
              <p:spPr bwMode="auto">
                <a:xfrm>
                  <a:off x="3413144" y="4882896"/>
                  <a:ext cx="869930" cy="289766"/>
                </a:xfrm>
                <a:prstGeom prst="rect">
                  <a:avLst/>
                </a:prstGeom>
                <a:solidFill>
                  <a:srgbClr val="50505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Dark 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80 G:80 B:80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44" name="Rectangle 43"/>
                <p:cNvSpPr/>
                <p:nvPr userDrawn="1"/>
              </p:nvSpPr>
              <p:spPr bwMode="auto">
                <a:xfrm>
                  <a:off x="2505456" y="4882895"/>
                  <a:ext cx="869930" cy="289766"/>
                </a:xfrm>
                <a:prstGeom prst="rect">
                  <a:avLst/>
                </a:prstGeom>
                <a:solidFill>
                  <a:srgbClr val="737373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Gray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115 G:115 B:115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grpSp>
            <p:nvGrpSpPr>
              <p:cNvPr id="27" name="Group 26"/>
              <p:cNvGrpSpPr/>
              <p:nvPr userDrawn="1"/>
            </p:nvGrpSpPr>
            <p:grpSpPr>
              <a:xfrm rot="5400000">
                <a:off x="10970856" y="3489620"/>
                <a:ext cx="3925458" cy="629233"/>
                <a:chOff x="3254158" y="4203959"/>
                <a:chExt cx="3925458" cy="629233"/>
              </a:xfrm>
            </p:grpSpPr>
            <p:sp>
              <p:nvSpPr>
                <p:cNvPr id="33" name="Rectangle 32"/>
                <p:cNvSpPr/>
                <p:nvPr userDrawn="1"/>
              </p:nvSpPr>
              <p:spPr bwMode="auto">
                <a:xfrm>
                  <a:off x="5395286" y="4543426"/>
                  <a:ext cx="869930" cy="289766"/>
                </a:xfrm>
                <a:prstGeom prst="rect">
                  <a:avLst/>
                </a:prstGeom>
                <a:solidFill>
                  <a:srgbClr val="FFB900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Yellow</a:t>
                  </a:r>
                </a:p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kern="1200">
                      <a:solidFill>
                        <a:srgbClr val="000000"/>
                      </a:solidFill>
                      <a:latin typeface="+mn-lt"/>
                      <a:ea typeface="Segoe UI" pitchFamily="34" charset="0"/>
                      <a:cs typeface="Segoe UI" pitchFamily="34" charset="0"/>
                    </a:rPr>
                    <a:t>R:255 G:185 B:0</a:t>
                  </a:r>
                </a:p>
              </p:txBody>
            </p:sp>
            <p:sp>
              <p:nvSpPr>
                <p:cNvPr id="34" name="Rectangle 33"/>
                <p:cNvSpPr/>
                <p:nvPr userDrawn="1"/>
              </p:nvSpPr>
              <p:spPr bwMode="auto">
                <a:xfrm>
                  <a:off x="6309686" y="4543426"/>
                  <a:ext cx="869930" cy="289766"/>
                </a:xfrm>
                <a:prstGeom prst="rect">
                  <a:avLst/>
                </a:prstGeom>
                <a:solidFill>
                  <a:srgbClr val="D83B01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Orange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216 G:59 B:1</a:t>
                  </a:r>
                </a:p>
              </p:txBody>
            </p:sp>
            <p:sp>
              <p:nvSpPr>
                <p:cNvPr id="35" name="Rectangle 34"/>
                <p:cNvSpPr/>
                <p:nvPr userDrawn="1"/>
              </p:nvSpPr>
              <p:spPr bwMode="auto">
                <a:xfrm>
                  <a:off x="3254158" y="4203959"/>
                  <a:ext cx="869930" cy="289766"/>
                </a:xfrm>
                <a:prstGeom prst="rect">
                  <a:avLst/>
                </a:prstGeom>
                <a:solidFill>
                  <a:srgbClr val="008272"/>
                </a:solidFill>
                <a:ln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algn="l" defTabSz="914102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 b="1" kern="1200" baseline="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+mn-lt"/>
                      <a:ea typeface="Segoe UI" pitchFamily="34" charset="0"/>
                      <a:cs typeface="Segoe UI" pitchFamily="34" charset="0"/>
                    </a:rPr>
                    <a:t>Teal</a:t>
                  </a:r>
                </a:p>
                <a:p>
                  <a:pPr algn="l" defTabSz="914102" fontAlgn="base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49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R:0</a:t>
                  </a:r>
                  <a:r>
                    <a:rPr lang="en-US" sz="490" baseline="0">
                      <a:gradFill>
                        <a:gsLst>
                          <a:gs pos="2092">
                            <a:srgbClr val="F8F8F8"/>
                          </a:gs>
                          <a:gs pos="10042">
                            <a:srgbClr val="F8F8F8"/>
                          </a:gs>
                        </a:gsLst>
                        <a:lin ang="5400000" scaled="0"/>
                      </a:gradFill>
                      <a:ea typeface="Segoe UI" pitchFamily="34" charset="0"/>
                      <a:cs typeface="Segoe UI" pitchFamily="34" charset="0"/>
                    </a:rPr>
                    <a:t> G:130 B:114</a:t>
                  </a:r>
                  <a:endParaRPr lang="en-US" sz="490">
                    <a:gradFill>
                      <a:gsLst>
                        <a:gs pos="2092">
                          <a:srgbClr val="F8F8F8"/>
                        </a:gs>
                        <a:gs pos="10042">
                          <a:srgbClr val="F8F8F8"/>
                        </a:gs>
                      </a:gsLst>
                      <a:lin ang="5400000" scaled="0"/>
                    </a:gradFill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8" name="TextBox 27"/>
              <p:cNvSpPr txBox="1"/>
              <p:nvPr userDrawn="1"/>
            </p:nvSpPr>
            <p:spPr>
              <a:xfrm rot="5400000">
                <a:off x="12987813" y="258334"/>
                <a:ext cx="843944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Main colors</a:t>
                </a:r>
              </a:p>
            </p:txBody>
          </p:sp>
          <p:sp>
            <p:nvSpPr>
              <p:cNvPr id="32" name="TextBox 31"/>
              <p:cNvSpPr txBox="1"/>
              <p:nvPr userDrawn="1"/>
            </p:nvSpPr>
            <p:spPr>
              <a:xfrm rot="5400000">
                <a:off x="11746691" y="4228746"/>
                <a:ext cx="2647253" cy="326834"/>
              </a:xfrm>
              <a:prstGeom prst="rect">
                <a:avLst/>
              </a:prstGeom>
              <a:noFill/>
            </p:spPr>
            <p:txBody>
              <a:bodyPr wrap="none" lIns="0" tIns="91440" rIns="182880" bIns="91440" rtlCol="0">
                <a:spAutoFit/>
              </a:bodyPr>
              <a:lstStyle/>
              <a:p>
                <a:pPr>
                  <a:lnSpc>
                    <a:spcPct val="90000"/>
                  </a:lnSpc>
                  <a:spcAft>
                    <a:spcPts val="588"/>
                  </a:spcAft>
                </a:pPr>
                <a:r>
                  <a:rPr lang="en-US" sz="98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Secondary colors (use only when</a:t>
                </a:r>
                <a:r>
                  <a:rPr lang="en-US" sz="980" baseline="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</a:rPr>
                  <a:t> necessary)</a:t>
                </a:r>
                <a:endParaRPr lang="en-US" sz="98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endParaRPr>
              </a:p>
            </p:txBody>
          </p:sp>
        </p:grpSp>
        <p:sp>
          <p:nvSpPr>
            <p:cNvPr id="19" name="Rectangle 18"/>
            <p:cNvSpPr/>
            <p:nvPr userDrawn="1"/>
          </p:nvSpPr>
          <p:spPr bwMode="auto">
            <a:xfrm rot="5400000">
              <a:off x="12328885" y="3356233"/>
              <a:ext cx="869930" cy="289766"/>
            </a:xfrm>
            <a:prstGeom prst="rect">
              <a:avLst/>
            </a:prstGeom>
            <a:solidFill>
              <a:srgbClr val="00BCF2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45720" tIns="45720" rIns="0" bIns="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 b="1" kern="120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latin typeface="+mn-lt"/>
                  <a:ea typeface="Segoe UI" pitchFamily="34" charset="0"/>
                  <a:cs typeface="Segoe UI" pitchFamily="34" charset="0"/>
                </a:rPr>
                <a:t>Cyan</a:t>
              </a:r>
            </a:p>
            <a:p>
              <a:pPr algn="l" defTabSz="914102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9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R:</a:t>
              </a:r>
              <a:r>
                <a:rPr lang="en-US" sz="490" baseline="0">
                  <a:gradFill>
                    <a:gsLst>
                      <a:gs pos="7965">
                        <a:srgbClr val="000000"/>
                      </a:gs>
                      <a:gs pos="28319">
                        <a:srgbClr val="000000"/>
                      </a:gs>
                    </a:gsLst>
                    <a:lin ang="5400000" scaled="0"/>
                  </a:gradFill>
                  <a:ea typeface="Segoe UI" pitchFamily="34" charset="0"/>
                  <a:cs typeface="Segoe UI" pitchFamily="34" charset="0"/>
                </a:rPr>
                <a:t>0 G:188 B:242</a:t>
              </a:r>
              <a:endParaRPr lang="en-US" sz="490">
                <a:gradFill>
                  <a:gsLst>
                    <a:gs pos="7965">
                      <a:srgbClr val="000000"/>
                    </a:gs>
                    <a:gs pos="28319">
                      <a:srgbClr val="000000"/>
                    </a:gs>
                  </a:gsLst>
                  <a:lin ang="5400000" scaled="0"/>
                </a:gra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9300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2" r:id="rId6"/>
    <p:sldLayoutId id="2147483723" r:id="rId7"/>
    <p:sldLayoutId id="2147483725" r:id="rId8"/>
    <p:sldLayoutId id="2147483711" r:id="rId9"/>
    <p:sldLayoutId id="2147483714" r:id="rId10"/>
    <p:sldLayoutId id="2147483752" r:id="rId11"/>
    <p:sldLayoutId id="2147483753" r:id="rId12"/>
    <p:sldLayoutId id="2147483728" r:id="rId13"/>
    <p:sldLayoutId id="2147483726" r:id="rId14"/>
    <p:sldLayoutId id="2147483754" r:id="rId15"/>
  </p:sldLayoutIdLst>
  <p:transition>
    <p:fade/>
  </p:transition>
  <p:txStyles>
    <p:titleStyle>
      <a:lvl1pPr algn="l" defTabSz="914367" rtl="0" eaLnBrk="1" latinLnBrk="0" hangingPunct="1">
        <a:lnSpc>
          <a:spcPct val="90000"/>
        </a:lnSpc>
        <a:spcBef>
          <a:spcPct val="0"/>
        </a:spcBef>
        <a:buNone/>
        <a:defRPr lang="en-US" sz="4705" b="0" kern="1200" cap="none" spc="-10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336145" marR="0" indent="-336145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392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j-lt"/>
          <a:ea typeface="+mn-ea"/>
          <a:cs typeface="+mn-cs"/>
        </a:defRPr>
      </a:lvl1pPr>
      <a:lvl2pPr marL="572691" marR="0" indent="-236546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2353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784338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961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1008435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232531" marR="0" indent="-224097" algn="l" defTabSz="914367" rtl="0" eaLnBrk="1" fontAlgn="auto" latinLnBrk="0" hangingPunct="1">
        <a:lnSpc>
          <a:spcPct val="90000"/>
        </a:lnSpc>
        <a:spcBef>
          <a:spcPct val="20000"/>
        </a:spcBef>
        <a:spcAft>
          <a:spcPts val="0"/>
        </a:spcAft>
        <a:buClrTx/>
        <a:buSzPct val="90000"/>
        <a:buFont typeface="Arial" pitchFamily="34" charset="0"/>
        <a:buChar char="•"/>
        <a:tabLst/>
        <a:defRPr sz="1765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14509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6pPr>
      <a:lvl7pPr marL="2971693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7pPr>
      <a:lvl8pPr marL="3428877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8pPr>
      <a:lvl9pPr marL="3886061" indent="-228592" algn="l" defTabSz="914367" rtl="0" eaLnBrk="1" latinLnBrk="0" hangingPunct="1">
        <a:spcBef>
          <a:spcPct val="20000"/>
        </a:spcBef>
        <a:buFont typeface="Arial" pitchFamily="34" charset="0"/>
        <a:buChar char="•"/>
        <a:defRPr sz="196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57183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914367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71550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82873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85918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743101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200284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657469" algn="l" defTabSz="914367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>
          <p15:clr>
            <a:srgbClr val="5ACBF0"/>
          </p15:clr>
        </p15:guide>
        <p15:guide id="2" pos="173">
          <p15:clr>
            <a:srgbClr val="5ACBF0"/>
          </p15:clr>
        </p15:guide>
        <p15:guide id="3" pos="749">
          <p15:clr>
            <a:srgbClr val="5ACBF0"/>
          </p15:clr>
        </p15:guide>
        <p15:guide id="4" pos="1325">
          <p15:clr>
            <a:srgbClr val="5ACBF0"/>
          </p15:clr>
        </p15:guide>
        <p15:guide id="5" pos="1901">
          <p15:clr>
            <a:srgbClr val="5ACBF0"/>
          </p15:clr>
        </p15:guide>
        <p15:guide id="6" pos="2477">
          <p15:clr>
            <a:srgbClr val="5ACBF0"/>
          </p15:clr>
        </p15:guide>
        <p15:guide id="7" pos="3053">
          <p15:clr>
            <a:srgbClr val="5ACBF0"/>
          </p15:clr>
        </p15:guide>
        <p15:guide id="8" pos="3629">
          <p15:clr>
            <a:srgbClr val="5ACBF0"/>
          </p15:clr>
        </p15:guide>
        <p15:guide id="9" pos="4205">
          <p15:clr>
            <a:srgbClr val="5ACBF0"/>
          </p15:clr>
        </p15:guide>
        <p15:guide id="10" pos="4781">
          <p15:clr>
            <a:srgbClr val="5ACBF0"/>
          </p15:clr>
        </p15:guide>
        <p15:guide id="11" pos="5357">
          <p15:clr>
            <a:srgbClr val="5ACBF0"/>
          </p15:clr>
        </p15:guide>
        <p15:guide id="12" pos="5933">
          <p15:clr>
            <a:srgbClr val="5ACBF0"/>
          </p15:clr>
        </p15:guide>
        <p15:guide id="13" pos="6509">
          <p15:clr>
            <a:srgbClr val="5ACBF0"/>
          </p15:clr>
        </p15:guide>
        <p15:guide id="14" pos="7085">
          <p15:clr>
            <a:srgbClr val="5ACBF0"/>
          </p15:clr>
        </p15:guide>
        <p15:guide id="15" pos="7661">
          <p15:clr>
            <a:srgbClr val="5ACBF0"/>
          </p15:clr>
        </p15:guide>
        <p15:guide id="16" pos="288">
          <p15:clr>
            <a:srgbClr val="C35EA4"/>
          </p15:clr>
        </p15:guide>
        <p15:guide id="17" pos="7546">
          <p15:clr>
            <a:srgbClr val="C35EA4"/>
          </p15:clr>
        </p15:guide>
        <p15:guide id="18" orient="horz" pos="763">
          <p15:clr>
            <a:srgbClr val="5ACBF0"/>
          </p15:clr>
        </p15:guide>
        <p15:guide id="19" orient="horz" pos="1339">
          <p15:clr>
            <a:srgbClr val="5ACBF0"/>
          </p15:clr>
        </p15:guide>
        <p15:guide id="20" orient="horz" pos="1915">
          <p15:clr>
            <a:srgbClr val="5ACBF0"/>
          </p15:clr>
        </p15:guide>
        <p15:guide id="21" orient="horz" pos="2491">
          <p15:clr>
            <a:srgbClr val="5ACBF0"/>
          </p15:clr>
        </p15:guide>
        <p15:guide id="22" orient="horz" pos="3067">
          <p15:clr>
            <a:srgbClr val="5ACBF0"/>
          </p15:clr>
        </p15:guide>
        <p15:guide id="23" orient="horz" pos="3643">
          <p15:clr>
            <a:srgbClr val="5ACBF0"/>
          </p15:clr>
        </p15:guide>
        <p15:guide id="24" orient="horz" pos="4219">
          <p15:clr>
            <a:srgbClr val="5ACBF0"/>
          </p15:clr>
        </p15:guide>
        <p15:guide id="25" orient="horz" pos="302">
          <p15:clr>
            <a:srgbClr val="C35EA4"/>
          </p15:clr>
        </p15:guide>
        <p15:guide id="26" orient="horz" pos="410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26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C7298-752B-48BD-843F-683A22D59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Authoring Custom Components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8E374-5793-40F2-A7B7-2D8AB053A2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EdCharbeneau</a:t>
            </a:r>
            <a:endParaRPr lang="en-US" dirty="0"/>
          </a:p>
          <a:p>
            <a:r>
              <a:rPr lang="en-US" b="1" dirty="0"/>
              <a:t>EdCharbeneau.com | Telerik.com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AE1F4A-3D23-42E7-9B6D-65BB5A5271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103270">
            <a:off x="9751072" y="4719349"/>
            <a:ext cx="566144" cy="1007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50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BBE8A6-9082-45A6-98B8-EDD737E4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1AE572-D2E4-45E9-9B45-7BD69A13E0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Child Content and Templates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3EF8A38-C86A-42EC-99AF-5EF6A9244E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Events – EventCallback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414E778-F2A4-486A-971C-E34AF7A44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Razor Class Libraries</a:t>
            </a:r>
          </a:p>
        </p:txBody>
      </p:sp>
    </p:spTree>
    <p:extLst>
      <p:ext uri="{BB962C8B-B14F-4D97-AF65-F5344CB8AC3E}">
        <p14:creationId xmlns:p14="http://schemas.microsoft.com/office/powerpoint/2010/main" val="138847486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54F6B1-9A29-47D2-8AA6-EA9FFD02B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6FEFBB-5DFC-4490-BA6A-1BC45DEA5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Snippets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03C99D-C914-4209-830B-CEC77EB38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9176"/>
            <a:ext cx="12192000" cy="601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861551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04C-C15B-4B85-88CA-781AD4B14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Content and Templates</a:t>
            </a:r>
          </a:p>
        </p:txBody>
      </p:sp>
    </p:spTree>
    <p:extLst>
      <p:ext uri="{BB962C8B-B14F-4D97-AF65-F5344CB8AC3E}">
        <p14:creationId xmlns:p14="http://schemas.microsoft.com/office/powerpoint/2010/main" val="386967465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756-4ECC-4563-9847-79578B80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87" y="1289607"/>
            <a:ext cx="10010687" cy="2677656"/>
          </a:xfrm>
        </p:spPr>
        <p:txBody>
          <a:bodyPr/>
          <a:lstStyle/>
          <a:p>
            <a:r>
              <a:rPr lang="en-US" dirty="0"/>
              <a:t>Problem Statement:</a:t>
            </a:r>
            <a:br>
              <a:rPr lang="en-US" dirty="0"/>
            </a:br>
            <a:r>
              <a:rPr lang="en-US" dirty="0">
                <a:solidFill>
                  <a:schemeClr val="accent4"/>
                </a:solidFill>
              </a:rPr>
              <a:t>“How do I maintain a list and count of child components”</a:t>
            </a:r>
          </a:p>
        </p:txBody>
      </p:sp>
    </p:spTree>
    <p:extLst>
      <p:ext uri="{BB962C8B-B14F-4D97-AF65-F5344CB8AC3E}">
        <p14:creationId xmlns:p14="http://schemas.microsoft.com/office/powerpoint/2010/main" val="28590711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64405-ECAE-4D95-8DFF-CAD5401C9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3020507"/>
          </a:xfrm>
        </p:spPr>
        <p:txBody>
          <a:bodyPr/>
          <a:lstStyle/>
          <a:p>
            <a:r>
              <a:rPr lang="en-US" dirty="0"/>
              <a:t>@</a:t>
            </a:r>
            <a:r>
              <a:rPr lang="en-US" dirty="0" err="1"/>
              <a:t>ChildContent</a:t>
            </a:r>
            <a:r>
              <a:rPr lang="en-US" dirty="0"/>
              <a:t> (singular) </a:t>
            </a:r>
            <a:br>
              <a:rPr lang="en-US" dirty="0"/>
            </a:br>
            <a:r>
              <a:rPr lang="en-US" dirty="0"/>
              <a:t>The value of </a:t>
            </a:r>
            <a:r>
              <a:rPr lang="en-US" dirty="0" err="1"/>
              <a:t>ChildContent</a:t>
            </a:r>
            <a:r>
              <a:rPr lang="en-US" dirty="0"/>
              <a:t> is received from the parent component and rendered inside </a:t>
            </a:r>
            <a:r>
              <a:rPr lang="en-US" dirty="0">
                <a:solidFill>
                  <a:schemeClr val="accent1"/>
                </a:solidFill>
              </a:rPr>
              <a:t>by convention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AA7D0-2347-4019-A2A1-9874E001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RenderFragment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3C983E-7A0F-4C5C-B282-B50CB15E9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17" y="3590858"/>
            <a:ext cx="10931765" cy="29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3606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64405-ECAE-4D95-8DFF-CAD5401C9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727700"/>
          </a:xfrm>
        </p:spPr>
        <p:txBody>
          <a:bodyPr/>
          <a:lstStyle/>
          <a:p>
            <a:r>
              <a:rPr lang="en-US" i="1" dirty="0" err="1"/>
              <a:t>named</a:t>
            </a:r>
            <a:r>
              <a:rPr lang="en-US" dirty="0" err="1"/>
              <a:t>Template</a:t>
            </a:r>
            <a:r>
              <a:rPr lang="en-US" dirty="0"/>
              <a:t> (one or more </a:t>
            </a:r>
            <a:r>
              <a:rPr lang="en-US" dirty="0" err="1"/>
              <a:t>ChildContent</a:t>
            </a:r>
            <a:r>
              <a:rPr lang="en-US" dirty="0"/>
              <a:t>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AA7D0-2347-4019-A2A1-9874E001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RenderFragment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67A38A-0451-496F-B1B1-84DC3E5669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3"/>
          <a:stretch/>
        </p:blipFill>
        <p:spPr>
          <a:xfrm>
            <a:off x="269238" y="2002677"/>
            <a:ext cx="9224717" cy="471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85113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64405-ECAE-4D95-8DFF-CAD5401C9D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711238"/>
          </a:xfrm>
        </p:spPr>
        <p:txBody>
          <a:bodyPr/>
          <a:lstStyle/>
          <a:p>
            <a:r>
              <a:rPr lang="en-US" sz="3200" i="1" dirty="0" err="1"/>
              <a:t>named</a:t>
            </a:r>
            <a:r>
              <a:rPr lang="en-US" sz="3200" dirty="0" err="1"/>
              <a:t>Template</a:t>
            </a:r>
            <a:r>
              <a:rPr lang="en-US" sz="3200" dirty="0"/>
              <a:t>&lt;</a:t>
            </a:r>
            <a:r>
              <a:rPr lang="en-US" sz="3200" dirty="0" err="1"/>
              <a:t>TItem</a:t>
            </a:r>
            <a:r>
              <a:rPr lang="en-US" sz="3200" dirty="0"/>
              <a:t>&gt; (generic)</a:t>
            </a:r>
          </a:p>
          <a:p>
            <a:r>
              <a:rPr lang="en-US" sz="3200" dirty="0"/>
              <a:t>@</a:t>
            </a:r>
            <a:r>
              <a:rPr lang="en-US" sz="3200" dirty="0" err="1"/>
              <a:t>typeparam</a:t>
            </a:r>
            <a:r>
              <a:rPr lang="en-US" sz="3200" dirty="0"/>
              <a:t> </a:t>
            </a:r>
            <a:r>
              <a:rPr lang="en-US" sz="3200" dirty="0" err="1"/>
              <a:t>TItem</a:t>
            </a:r>
            <a:endParaRPr lang="en-US" sz="3200" dirty="0"/>
          </a:p>
          <a:p>
            <a:pPr marL="0" indent="0">
              <a:buNone/>
            </a:pPr>
            <a:r>
              <a:rPr lang="en-US" sz="3200" dirty="0"/>
              <a:t>Most useful for </a:t>
            </a:r>
            <a:r>
              <a:rPr lang="en-US" sz="3200" dirty="0">
                <a:solidFill>
                  <a:schemeClr val="accent1"/>
                </a:solidFill>
              </a:rPr>
              <a:t>generic list </a:t>
            </a:r>
            <a:r>
              <a:rPr lang="en-US" sz="3200" dirty="0"/>
              <a:t>template regions.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4AA7D0-2347-4019-A2A1-9874E0010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RenderFragment</a:t>
            </a:r>
            <a:r>
              <a:rPr lang="en-US" dirty="0"/>
              <a:t>&lt;</a:t>
            </a:r>
            <a:r>
              <a:rPr lang="en-US" dirty="0" err="1"/>
              <a:t>TItem</a:t>
            </a:r>
            <a:r>
              <a:rPr lang="en-US" dirty="0"/>
              <a:t>&gt;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AA1C33A-4058-4D48-A17F-464DE6753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39" y="3019905"/>
            <a:ext cx="7104762" cy="38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21041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04C-C15B-4B85-88CA-781AD4B1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47" y="2084172"/>
            <a:ext cx="11354714" cy="1162178"/>
          </a:xfrm>
        </p:spPr>
        <p:txBody>
          <a:bodyPr/>
          <a:lstStyle/>
          <a:p>
            <a:r>
              <a:rPr lang="en-US" dirty="0"/>
              <a:t>Handling Events</a:t>
            </a:r>
          </a:p>
        </p:txBody>
      </p:sp>
    </p:spTree>
    <p:extLst>
      <p:ext uri="{BB962C8B-B14F-4D97-AF65-F5344CB8AC3E}">
        <p14:creationId xmlns:p14="http://schemas.microsoft.com/office/powerpoint/2010/main" val="31623713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756-4ECC-4563-9847-79578B80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87" y="1289607"/>
            <a:ext cx="10010687" cy="2677656"/>
          </a:xfrm>
        </p:spPr>
        <p:txBody>
          <a:bodyPr/>
          <a:lstStyle/>
          <a:p>
            <a:r>
              <a:rPr lang="en-US" dirty="0"/>
              <a:t>Problem Statement:</a:t>
            </a:r>
            <a:br>
              <a:rPr lang="en-US" dirty="0"/>
            </a:br>
            <a:r>
              <a:rPr lang="en-US" dirty="0">
                <a:solidFill>
                  <a:schemeClr val="accent4"/>
                </a:solidFill>
              </a:rPr>
              <a:t>“How can I implement CRUD operations”</a:t>
            </a:r>
          </a:p>
        </p:txBody>
      </p:sp>
    </p:spTree>
    <p:extLst>
      <p:ext uri="{BB962C8B-B14F-4D97-AF65-F5344CB8AC3E}">
        <p14:creationId xmlns:p14="http://schemas.microsoft.com/office/powerpoint/2010/main" val="6423350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9B24E-9B6B-4BA5-B16B-E643D09A46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1391407"/>
          </a:xfrm>
        </p:spPr>
        <p:txBody>
          <a:bodyPr/>
          <a:lstStyle/>
          <a:p>
            <a:r>
              <a:rPr lang="en-US" dirty="0"/>
              <a:t>Event delegate for components</a:t>
            </a:r>
          </a:p>
          <a:p>
            <a:r>
              <a:rPr lang="en-US" dirty="0"/>
              <a:t>Invokes a component re-render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87A354-D3B0-49D0-ADAC-9A862AE7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EventCallback&lt;T&gt;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01D06-9F3B-4625-9EC2-5E80731DD0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39" y="3429000"/>
            <a:ext cx="6238095" cy="1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346471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0504C-C15B-4B85-88CA-781AD4B1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047" y="2084172"/>
            <a:ext cx="11354714" cy="1162178"/>
          </a:xfrm>
        </p:spPr>
        <p:txBody>
          <a:bodyPr/>
          <a:lstStyle/>
          <a:p>
            <a:r>
              <a:rPr lang="en-US" dirty="0"/>
              <a:t>Component Libraries </a:t>
            </a:r>
          </a:p>
        </p:txBody>
      </p:sp>
    </p:spTree>
    <p:extLst>
      <p:ext uri="{BB962C8B-B14F-4D97-AF65-F5344CB8AC3E}">
        <p14:creationId xmlns:p14="http://schemas.microsoft.com/office/powerpoint/2010/main" val="700565050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36756-4ECC-4563-9847-79578B80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187" y="1289607"/>
            <a:ext cx="10010687" cy="1846659"/>
          </a:xfrm>
        </p:spPr>
        <p:txBody>
          <a:bodyPr/>
          <a:lstStyle/>
          <a:p>
            <a:r>
              <a:rPr lang="en-US" dirty="0"/>
              <a:t>Problem Statement:</a:t>
            </a:r>
            <a:br>
              <a:rPr lang="en-US" dirty="0"/>
            </a:br>
            <a:r>
              <a:rPr lang="en-US" dirty="0">
                <a:solidFill>
                  <a:schemeClr val="accent4"/>
                </a:solidFill>
              </a:rPr>
              <a:t>“How do I share components”</a:t>
            </a:r>
          </a:p>
        </p:txBody>
      </p:sp>
    </p:spTree>
    <p:extLst>
      <p:ext uri="{BB962C8B-B14F-4D97-AF65-F5344CB8AC3E}">
        <p14:creationId xmlns:p14="http://schemas.microsoft.com/office/powerpoint/2010/main" val="39246880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9B24E-9B6B-4BA5-B16B-E643D09A46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9239" y="1189177"/>
            <a:ext cx="11653523" cy="2984407"/>
          </a:xfrm>
        </p:spPr>
        <p:txBody>
          <a:bodyPr/>
          <a:lstStyle/>
          <a:p>
            <a:r>
              <a:rPr lang="en-US" dirty="0"/>
              <a:t>Shareable via NuGet or project reference</a:t>
            </a:r>
          </a:p>
          <a:p>
            <a:r>
              <a:rPr lang="en-US" dirty="0"/>
              <a:t>Can contain</a:t>
            </a:r>
          </a:p>
          <a:p>
            <a:pPr lvl="1"/>
            <a:r>
              <a:rPr lang="en-US" dirty="0"/>
              <a:t>Components</a:t>
            </a:r>
          </a:p>
          <a:p>
            <a:pPr lvl="1"/>
            <a:r>
              <a:rPr lang="en-US" dirty="0"/>
              <a:t>Layouts</a:t>
            </a:r>
          </a:p>
          <a:p>
            <a:pPr lvl="1"/>
            <a:r>
              <a:rPr lang="en-US" dirty="0"/>
              <a:t>Pages</a:t>
            </a:r>
          </a:p>
          <a:p>
            <a:pPr lvl="1"/>
            <a:r>
              <a:rPr lang="en-US" dirty="0"/>
              <a:t>Static assets like: CSS, JS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787A354-D3B0-49D0-ADAC-9A862AE76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Razor Class Libraries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62473BC-14DB-462A-835F-F3F790347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222" y="2462090"/>
            <a:ext cx="9135013" cy="633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305497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1435066-B057-4EAE-80AE-84FB98942F2A}"/>
              </a:ext>
            </a:extLst>
          </p:cNvPr>
          <p:cNvSpPr txBox="1">
            <a:spLocks/>
          </p:cNvSpPr>
          <p:nvPr/>
        </p:nvSpPr>
        <p:spPr>
          <a:xfrm>
            <a:off x="1804788" y="386496"/>
            <a:ext cx="8626146" cy="6048171"/>
          </a:xfrm>
          <a:prstGeom prst="rect">
            <a:avLst/>
          </a:prstGeom>
        </p:spPr>
        <p:txBody>
          <a:bodyPr/>
          <a:lstStyle>
            <a:lvl1pPr algn="l" defTabSz="91436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705" b="0" kern="1200" cap="none" spc="-100" baseline="0" dirty="0" smtClean="0">
                <a:ln w="3175">
                  <a:noFill/>
                </a:ln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EdCharbeneau.com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Telerik.com/</a:t>
            </a:r>
            <a:r>
              <a:rPr lang="en-US" b="1" dirty="0" err="1">
                <a:solidFill>
                  <a:schemeClr val="bg1"/>
                </a:solidFill>
              </a:rPr>
              <a:t>blazor-ui</a:t>
            </a:r>
            <a:endParaRPr lang="en-US" b="1" dirty="0">
              <a:solidFill>
                <a:schemeClr val="bg1"/>
              </a:solidFill>
            </a:endParaRP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BlazorPro.Spinkit</a:t>
            </a:r>
            <a:endParaRPr lang="en-US" b="1" dirty="0">
              <a:solidFill>
                <a:schemeClr val="bg1"/>
              </a:solidFill>
            </a:endParaRP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chemeClr val="bg1"/>
                </a:solidFill>
              </a:rPr>
              <a:t>BlazorPro</a:t>
            </a:r>
            <a:r>
              <a:rPr lang="en-US" b="1" dirty="0">
                <a:solidFill>
                  <a:schemeClr val="bg1"/>
                </a:solidFill>
              </a:rPr>
              <a:t> Code Snippets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21A16F-6101-4DBF-933B-683624E570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411" y="579261"/>
            <a:ext cx="2967601" cy="527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4725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otnet_Template">
  <a:themeElements>
    <a:clrScheme name="Dotnet">
      <a:dk1>
        <a:srgbClr val="000000"/>
      </a:dk1>
      <a:lt1>
        <a:srgbClr val="FFFFFF"/>
      </a:lt1>
      <a:dk2>
        <a:srgbClr val="32145A"/>
      </a:dk2>
      <a:lt2>
        <a:srgbClr val="F2F2F2"/>
      </a:lt2>
      <a:accent1>
        <a:srgbClr val="512BD4"/>
      </a:accent1>
      <a:accent2>
        <a:srgbClr val="0078D7"/>
      </a:accent2>
      <a:accent3>
        <a:srgbClr val="008272"/>
      </a:accent3>
      <a:accent4>
        <a:srgbClr val="EE8716"/>
      </a:accent4>
      <a:accent5>
        <a:srgbClr val="737373"/>
      </a:accent5>
      <a:accent6>
        <a:srgbClr val="505050"/>
      </a:accent6>
      <a:hlink>
        <a:srgbClr val="EE8716"/>
      </a:hlink>
      <a:folHlink>
        <a:srgbClr val="0078D7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defTabSz="932472" fontAlgn="base">
          <a:lnSpc>
            <a:spcPct val="90000"/>
          </a:lnSpc>
          <a:spcBef>
            <a:spcPct val="0"/>
          </a:spcBef>
          <a:spcAft>
            <a:spcPct val="0"/>
          </a:spcAft>
          <a:defRPr sz="24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82880" tIns="146304" rIns="182880" bIns="146304" rtlCol="0">
        <a:spAutoFit/>
      </a:bodyPr>
      <a:lstStyle>
        <a:defPPr>
          <a:lnSpc>
            <a:spcPct val="90000"/>
          </a:lnSpc>
          <a:spcAft>
            <a:spcPts val="600"/>
          </a:spcAft>
          <a:defRPr sz="24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icrosoft_Connect_2016_SlideTemplate.potx" id="{C234CE7A-26D5-49BB-B05A-16F212610622}" vid="{5650B0BA-FAE4-45A0-B96B-B7C7DED0CD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Properties xmlns="http://schemas.microsoft.com/sharepoint/v3" xsi:nil="true"/>
    <_ip_UnifiedCompliancePolicyUIAction xmlns="http://schemas.microsoft.com/sharepoint/v3" xsi:nil="true"/>
    <LastSharedByUser xmlns="11245976-3b4d-4794-a754-317688483df2">jogallow@microsoft.com</LastSharedByUser>
    <SharedWithUsers xmlns="11245976-3b4d-4794-a754-317688483df2">
      <UserInfo>
        <DisplayName>Martin Woodward</DisplayName>
        <AccountId>67</AccountId>
        <AccountType/>
      </UserInfo>
    </SharedWithUsers>
    <LastSharedByTime xmlns="11245976-3b4d-4794-a754-317688483df2">2018-03-16T04:12:59+00:00</LastSharedByTime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F88B0CCF1BBA489747F146E6B5E06D" ma:contentTypeVersion="11" ma:contentTypeDescription="Create a new document." ma:contentTypeScope="" ma:versionID="4679f38185fefde8b23806f702b522cc">
  <xsd:schema xmlns:xsd="http://www.w3.org/2001/XMLSchema" xmlns:xs="http://www.w3.org/2001/XMLSchema" xmlns:p="http://schemas.microsoft.com/office/2006/metadata/properties" xmlns:ns1="http://schemas.microsoft.com/sharepoint/v3" xmlns:ns2="569b343d-e775-480b-9b2b-6a6986deb9b0" xmlns:ns3="11245976-3b4d-4794-a754-317688483df2" targetNamespace="http://schemas.microsoft.com/office/2006/metadata/properties" ma:root="true" ma:fieldsID="366371b317520ec9a5ad3c1303c823ef" ns1:_="" ns2:_="" ns3:_="">
    <xsd:import namespace="http://schemas.microsoft.com/sharepoint/v3"/>
    <xsd:import namespace="569b343d-e775-480b-9b2b-6a6986deb9b0"/>
    <xsd:import namespace="11245976-3b4d-4794-a754-317688483df2"/>
    <xsd:element name="properties">
      <xsd:complexType>
        <xsd:sequence>
          <xsd:element name="documentManagement">
            <xsd:complexType>
              <xsd:all>
                <xsd:element ref="ns1:_ip_UnifiedCompliancePolicyProperties" minOccurs="0"/>
                <xsd:element ref="ns1:_ip_UnifiedCompliancePolicyUIAction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8" nillable="true" ma:displayName="Unified Compliance Policy Properties" ma:description="" ma:hidden="true" ma:internalName="_ip_UnifiedCompliancePolicyProperties">
      <xsd:simpleType>
        <xsd:restriction base="dms:Note"/>
      </xsd:simpleType>
    </xsd:element>
    <xsd:element name="_ip_UnifiedCompliancePolicyUIAction" ma:index="9" nillable="true" ma:displayName="Unified Compliance Policy UI Action" ma:description="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9b343d-e775-480b-9b2b-6a6986deb9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7" nillable="true" ma:displayName="MediaServiceOCR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245976-3b4d-4794-a754-317688483df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5" nillable="true" ma:displayName="Last Shared By User" ma:description="" ma:hidden="true" ma:internalName="LastSharedByUser" ma:readOnly="true">
      <xsd:simpleType>
        <xsd:restriction base="dms:Note"/>
      </xsd:simpleType>
    </xsd:element>
    <xsd:element name="LastSharedByTime" ma:index="16" nillable="true" ma:displayName="Last Shared By Time" ma:description="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3E43D6-DB2F-4C33-A8C8-D28F777A5DE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11245976-3b4d-4794-a754-317688483df2"/>
  </ds:schemaRefs>
</ds:datastoreItem>
</file>

<file path=customXml/itemProps2.xml><?xml version="1.0" encoding="utf-8"?>
<ds:datastoreItem xmlns:ds="http://schemas.openxmlformats.org/officeDocument/2006/customXml" ds:itemID="{093821A7-5528-48BE-BD00-067FBFDD28D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6E8CB18-CF19-487B-A6ED-834044BC87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69b343d-e775-480b-9b2b-6a6986deb9b0"/>
    <ds:schemaRef ds:uri="11245976-3b4d-4794-a754-317688483d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2837</TotalTime>
  <Words>139</Words>
  <Application>Microsoft Office PowerPoint</Application>
  <PresentationFormat>Widescreen</PresentationFormat>
  <Paragraphs>50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Consolas</vt:lpstr>
      <vt:lpstr>Segoe UI</vt:lpstr>
      <vt:lpstr>Segoe UI Light</vt:lpstr>
      <vt:lpstr>Wingdings</vt:lpstr>
      <vt:lpstr>Dotnet_Template</vt:lpstr>
      <vt:lpstr>PowerPoint Presentation</vt:lpstr>
      <vt:lpstr>Authoring Custom Components</vt:lpstr>
      <vt:lpstr>Agenda</vt:lpstr>
      <vt:lpstr>Code Snippets</vt:lpstr>
      <vt:lpstr>Child Content and Templates</vt:lpstr>
      <vt:lpstr>Problem Statement: “How do I maintain a list and count of child components”</vt:lpstr>
      <vt:lpstr>RenderFragment</vt:lpstr>
      <vt:lpstr>RenderFragment</vt:lpstr>
      <vt:lpstr>RenderFragment&lt;TItem&gt;</vt:lpstr>
      <vt:lpstr>Handling Events</vt:lpstr>
      <vt:lpstr>Problem Statement: “How can I implement CRUD operations”</vt:lpstr>
      <vt:lpstr>EventCallback&lt;T&gt;</vt:lpstr>
      <vt:lpstr>Component Libraries </vt:lpstr>
      <vt:lpstr>Problem Statement: “How do I share components”</vt:lpstr>
      <vt:lpstr>Razor Class Libraries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Beth Massi</dc:creator>
  <cp:lastModifiedBy>Ed Charbeneau</cp:lastModifiedBy>
  <cp:revision>19</cp:revision>
  <dcterms:created xsi:type="dcterms:W3CDTF">2018-01-09T22:22:16Z</dcterms:created>
  <dcterms:modified xsi:type="dcterms:W3CDTF">2020-01-13T21:29:59Z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bethma@microsoft.com</vt:lpwstr>
  </property>
  <property fmtid="{D5CDD505-2E9C-101B-9397-08002B2CF9AE}" pid="5" name="MSIP_Label_f42aa342-8706-4288-bd11-ebb85995028c_SetDate">
    <vt:lpwstr>2018-01-09T22:28:27.0429869Z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  <property fmtid="{D5CDD505-2E9C-101B-9397-08002B2CF9AE}" pid="10" name="ContentTypeId">
    <vt:lpwstr>0x01010022F88B0CCF1BBA489747F146E6B5E06D</vt:lpwstr>
  </property>
</Properties>
</file>